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0"/>
            <a:ext cx="3566160" cy="514350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Shape 1"/>
          <p:cNvSpPr/>
          <p:nvPr/>
        </p:nvSpPr>
        <p:spPr>
          <a:xfrm>
            <a:off x="5074920" y="566928"/>
            <a:ext cx="146304" cy="14630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4" name="Shape 2"/>
          <p:cNvSpPr/>
          <p:nvPr/>
        </p:nvSpPr>
        <p:spPr>
          <a:xfrm>
            <a:off x="5285232" y="713232"/>
            <a:ext cx="109728" cy="109728"/>
          </a:xfrm>
          <a:prstGeom prst="ellipse">
            <a:avLst/>
          </a:prstGeom>
          <a:solidFill>
            <a:srgbClr val="606C38"/>
          </a:solidFill>
          <a:ln/>
        </p:spPr>
      </p:sp>
      <p:sp>
        <p:nvSpPr>
          <p:cNvPr id="5" name="Shape 3"/>
          <p:cNvSpPr/>
          <p:nvPr/>
        </p:nvSpPr>
        <p:spPr>
          <a:xfrm>
            <a:off x="4992624" y="768096"/>
            <a:ext cx="91440" cy="91440"/>
          </a:xfrm>
          <a:prstGeom prst="ellipse">
            <a:avLst/>
          </a:prstGeom>
          <a:solidFill>
            <a:srgbClr val="DDA1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ПРОЕКТОВ DIGITAL Q.DATABASE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188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Лапа рядом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Адресная помощь приютам для животных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05840" cy="3200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358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Милана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4015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СУБД 2026  --  27 октября, Москва, Кибердом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703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Демонстрационный проект. Приюты и передачи вымышлены.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8932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10789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 после передачи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1481328"/>
            <a:ext cx="2743200" cy="1828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7007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60920" y="16276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89320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60920" y="21762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89320" y="2798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60920" y="27249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989320" y="3346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32735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98932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упаковок сухого корма для собак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89320" y="4224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Помощь есть. Но не всегда попадает туда, где нужна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70432"/>
            <a:ext cx="3337560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Нужны 20 упаковок корма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соцсетях устаревает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Привезли часть -- непонятно, сколько ещё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Объявления теряются среди других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57800" y="1170432"/>
            <a:ext cx="333756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именно это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хочет заводить аккаунт и оставлять телефон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помочь, но не знает, куда привезти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50208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626864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07408" y="2212848"/>
            <a:ext cx="402336" cy="402336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8" name="Text 16"/>
          <p:cNvSpPr/>
          <p:nvPr/>
        </p:nvSpPr>
        <p:spPr>
          <a:xfrm>
            <a:off x="4407408" y="2231136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33088" y="269748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867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готовы помогать, но не знают, кому именно что нужно сейчас. Проблема не в нехватке вещей, а в отсутствии адресного учёта.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потребности -- к результату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шага. Регистрация посетителю не нужна.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23160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публикует потребность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94944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Категория, количество, приоритет, адрес и часы приёма.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15184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3" name="Text 11"/>
          <p:cNvSpPr/>
          <p:nvPr/>
        </p:nvSpPr>
        <p:spPr>
          <a:xfrm>
            <a:off x="2615184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89704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615184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61488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Посетитель предлагает помощь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61488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приют в каталоге и называет посильное количество.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9" name="Text 17"/>
          <p:cNvSpPr/>
          <p:nvPr/>
        </p:nvSpPr>
        <p:spPr>
          <a:xfrm>
            <a:off x="468172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56248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81728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 выдаёт код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828032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Одноразовый секретный код предложения. Без телефона и аккаунта.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8272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748272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94576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подтверждает факт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894576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 код и указывает, сколько реально принято.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8046720" cy="56692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после передачи:   </a:t>
            </a:r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требуется   |   0 обещано   |   3 получено   |   17 свободно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Живая демонстрация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6809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Публичная часть: без регистрации, счётчики пересчитываются автоматически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170432"/>
            <a:ext cx="3657600" cy="274320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17043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A -- КАТАЛОГ ПОТРЕБНОСТЕЙ</a:t>
            </a:r>
            <a:endParaRPr lang="en-US" sz="900" dirty="0"/>
          </a:p>
        </p:txBody>
      </p:sp>
      <p:pic>
        <p:nvPicPr>
          <p:cNvPr id="8" name="Image 0" descr="screenshots/needs-cat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463040"/>
            <a:ext cx="3529584" cy="248173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85216" y="3981355"/>
            <a:ext cx="3621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 по городу, категории и приоритету; поиск; пагинация. Каждая карточка показывает требуется, обещано, получено и свободно.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919472" y="1170432"/>
            <a:ext cx="3657600" cy="274320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17043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ПОТРЕБНОСТИ</a:t>
            </a:r>
            <a:endParaRPr lang="en-US" sz="900" dirty="0"/>
          </a:p>
        </p:txBody>
      </p:sp>
      <p:pic>
        <p:nvPicPr>
          <p:cNvPr id="12" name="Image 1" descr="screenshots/need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463040"/>
            <a:ext cx="3529584" cy="24817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37760" y="3981355"/>
            <a:ext cx="3621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 и часы приёма. Посетитель называет посильное количество и получает одноразовый код -- без аккаунта и телефона.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66928" y="3963067"/>
            <a:ext cx="3657600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919472" y="3963067"/>
            <a:ext cx="3657600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566928" y="4036219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НА ЭКРАНЕ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66928" y="4292251"/>
            <a:ext cx="2066544" cy="530352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8" name="Shape 14"/>
          <p:cNvSpPr/>
          <p:nvPr/>
        </p:nvSpPr>
        <p:spPr>
          <a:xfrm>
            <a:off x="566928" y="4292251"/>
            <a:ext cx="402336" cy="530352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9" name="Text 15"/>
          <p:cNvSpPr/>
          <p:nvPr/>
        </p:nvSpPr>
        <p:spPr>
          <a:xfrm>
            <a:off x="566928" y="4292251"/>
            <a:ext cx="4023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1042416" y="4337971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700" dirty="0"/>
          </a:p>
        </p:txBody>
      </p:sp>
      <p:sp>
        <p:nvSpPr>
          <p:cNvPr id="21" name="Text 17"/>
          <p:cNvSpPr/>
          <p:nvPr/>
        </p:nvSpPr>
        <p:spPr>
          <a:xfrm>
            <a:off x="1042416" y="450256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/ 0 / 0 / 20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2816352" y="4292251"/>
            <a:ext cx="2066544" cy="530352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23" name="Shape 19"/>
          <p:cNvSpPr/>
          <p:nvPr/>
        </p:nvSpPr>
        <p:spPr>
          <a:xfrm>
            <a:off x="2816352" y="4292251"/>
            <a:ext cx="402336" cy="530352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4" name="Text 20"/>
          <p:cNvSpPr/>
          <p:nvPr/>
        </p:nvSpPr>
        <p:spPr>
          <a:xfrm>
            <a:off x="2816352" y="4292251"/>
            <a:ext cx="4023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3291840" y="4337971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700" dirty="0"/>
          </a:p>
        </p:txBody>
      </p:sp>
      <p:sp>
        <p:nvSpPr>
          <p:cNvPr id="26" name="Text 22"/>
          <p:cNvSpPr/>
          <p:nvPr/>
        </p:nvSpPr>
        <p:spPr>
          <a:xfrm>
            <a:off x="3291840" y="450256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/ 5 / 0 / 15</a:t>
            </a:r>
            <a:endParaRPr lang="en-US" sz="1350" dirty="0"/>
          </a:p>
        </p:txBody>
      </p:sp>
      <p:sp>
        <p:nvSpPr>
          <p:cNvPr id="27" name="Shape 23"/>
          <p:cNvSpPr/>
          <p:nvPr/>
        </p:nvSpPr>
        <p:spPr>
          <a:xfrm>
            <a:off x="5065776" y="4292251"/>
            <a:ext cx="2066544" cy="530352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28" name="Shape 24"/>
          <p:cNvSpPr/>
          <p:nvPr/>
        </p:nvSpPr>
        <p:spPr>
          <a:xfrm>
            <a:off x="5065776" y="4292251"/>
            <a:ext cx="402336" cy="530352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9" name="Text 25"/>
          <p:cNvSpPr/>
          <p:nvPr/>
        </p:nvSpPr>
        <p:spPr>
          <a:xfrm>
            <a:off x="5065776" y="4292251"/>
            <a:ext cx="4023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541264" y="4337971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5541264" y="450256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/ 0 / 3 / 17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7315200" y="4292251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D2 обновить публичную страницу -- это и есть доказательство, что данные сохранились.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делает база данных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связанных сущностей. Итоговые количества вычисляются, а не хранятся.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2252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СУЩНОСТИ И СВЯЗИ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499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Приюты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7190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помогает и где принимают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3232" y="1865376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20756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Сотрудники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29514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представитель привязан к своему приюту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2441448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26517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Потребности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87552" y="28712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нужно, сколько, с каким приоритетом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3232" y="3017520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" y="322783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Предложения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4472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пообещали, срок резерва 7 суток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3232" y="3593592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8039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Передачи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deliveries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7552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реально приняли, одна запись на предложение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43984"/>
            <a:ext cx="3931920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4443984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 = требуется -- обещано -- получено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54880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НА ЭКРАНЕ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17904"/>
          <a:ext cx="3840480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94944"/>
                <a:gridCol w="694944"/>
                <a:gridCol w="694944"/>
                <a:gridCol w="6949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Обещано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Получено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Свободно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начало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обещали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приняли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754880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обещано становится 0 при D2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4754880" y="34015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Частичное подтверждение переводит предложение в статус "получено".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Непривезённые 2 упаковки сразу освобождаются для других.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предложение -- максимум одна передача. Повторное подтверждение запрещено.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754880" y="4352544"/>
            <a:ext cx="3840480" cy="47548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8" name="Text 35"/>
          <p:cNvSpPr/>
          <p:nvPr/>
        </p:nvSpPr>
        <p:spPr>
          <a:xfrm>
            <a:off x="4901184" y="43525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Обещанная помощь не равна полученной. Это и есть точность учёта.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Одна маленькая помощь -- видимый результат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Иногда помощь -- это всего несколько упаковок корма. Главное -- знать, где они действительно нужны.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 публикует потребность, посетитель отвечает на неё -- без регистрации и телефона.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02152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 различает обещанное и полученное и не позволяет двойному учёту.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6272784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72784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переносится с исходной PostgreSQL на Digital Q.DataBase. Показываю результат, когда он проверен.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МОЖНО ДОБАВИТЬ ДАЛЬШЕ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803904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Проверенные реальные приюты вместо демонстрационных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помощи поблизости от пользователя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раздел для поиска пропавших животных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0" y="3529584"/>
            <a:ext cx="3017520" cy="1170432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1" name="Text 19"/>
          <p:cNvSpPr/>
          <p:nvPr/>
        </p:nvSpPr>
        <p:spPr>
          <a:xfrm>
            <a:off x="5779008" y="3675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Это демонстрационная версия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79008" y="3968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Приюты и передачи вымышлены. Статистики реальной помощи пока нет.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не показывать в базовом варианте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Доказательство переноса на Digital Q.DataBase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33856"/>
            <a:ext cx="8046720" cy="5120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133856"/>
            <a:ext cx="76443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этот слайд только после выполнения QDB-02 ... QDB-05. До этого заявлять миграцию нельзя.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47088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1847088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847088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60704" y="1938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34640" y="19568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17.10 / 6 таблиц + 1 вью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60704" y="223113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и версия исходной СУБД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таблиц и представлений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Контрольное число строк из журнала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81728" y="1847088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681728" y="1847088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6" name="Text 14"/>
          <p:cNvSpPr/>
          <p:nvPr/>
        </p:nvSpPr>
        <p:spPr>
          <a:xfrm>
            <a:off x="4681728" y="1847088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93792" y="1938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967728" y="195681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+ дата + OK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193792" y="223113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Выполненная команда или журнал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и результат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учётных данных и секретов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36976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48640" y="3236976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236976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60704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834640" y="334670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Q.DataBase, сборка ...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60704" y="36210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Подтверждённое подключение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записи и сохранённые связи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Сведения о сборке из администрирования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81728" y="3236976"/>
            <a:ext cx="3913632" cy="122529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681728" y="3236976"/>
            <a:ext cx="365760" cy="122529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4681728" y="3236976"/>
            <a:ext cx="365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193792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 переноса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967728" y="334670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D0/D1/D2 на целевой базе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193792" y="36210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резервирования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подтверждения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D0 -&gt; D1 -&gt; D2 совпали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462686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Запрещено называть неподтверждённые цифры. SELECT version() сам по себе недостаточен как доказательство.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аварийные сценарии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Если времени мало или техника подвела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4114800" cy="34015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411480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Текст на 2--3 минуты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1719072"/>
            <a:ext cx="36758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сделала сервис, который помогает приютам получать именно ту вещевую помощь, которая нужна сейчас."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[Показать готовую потребность, предложение 5 упаковок, подтверждение 3, результат: свободно 17.]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"Самое важное здесь -- не интерфейс, а точность учёта. База данных различает обещанную и полученную помощь и защищает данные от двойного учёта."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[Только после проверки: проект перенесён с PostgreSQL на Digital Q.DataBase и продолжает работать.]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"Мне хотелось показать, что технологии могут делать даже небольшую помощь более адресной и понятной. Спасибо!"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188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ЧТО-ТО ПОШЛО НЕ ТАК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81328"/>
          <a:ext cx="3657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057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Ситуация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делать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интернета или сервер не отвечает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Показать заранее записанное видео реальной работы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Истёк вход представителя приюта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Войти заранее подготовленным способом, пароль на сцене не показывать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Потерян код предложения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угадывать. Перейти к видеозаписи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изменило исходные данные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делать reset на сцене, перейти к объяснению учёта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СУБД недоступна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утверждать, что демо идёт на Digital Q.DataBase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Ведущий просит закончить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Фраза: система знает разницу между обещанной и полученной помощью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93776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Резервное видео: 2--3 минуты, подпись "Демонстрационные данные" видна на записи.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тайминг выступления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Сколько успеем сказать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6070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лимит нужно согласовать с организаторами. Запас времени лучше брать сокращением вступления, а не демонстрации.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913632" cy="2231136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463040"/>
            <a:ext cx="3913632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минут -- базовый вариант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68096" y="197510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19751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и бытовая ситуация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85616" y="19751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8096" y="228600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00:40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и идея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85616" y="2286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68096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01:35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7160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Живая демонстрация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785616" y="2596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" y="290779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04:45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29077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Учёт, транзакции, база данных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85616" y="29077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68096" y="321868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06:10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71600" y="3218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и следующие шаги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85616" y="32186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81728" y="1463040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81728" y="1463040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7" name="Text 25"/>
          <p:cNvSpPr/>
          <p:nvPr/>
        </p:nvSpPr>
        <p:spPr>
          <a:xfrm>
            <a:off x="4901184" y="15910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минут -- сокращённый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901184" y="186537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Слайды 1--3 сводим в одно вступление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создаём приют и потребность на сцоне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пример, одна проверенная фраза о базе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81728" y="2633472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81728" y="2633472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27614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минут -- расширенный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901184" y="303580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сценарий 7 минут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Конкурентный запрос на последний остаток (+0:50)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переноса и сверки (+1:10) и вывод о развитии (+0:40)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3877056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4" name="Text 32"/>
          <p:cNvSpPr/>
          <p:nvPr/>
        </p:nvSpPr>
        <p:spPr>
          <a:xfrm>
            <a:off x="786384" y="3931920"/>
            <a:ext cx="7571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Короткая формула для ведущего: </a:t>
            </a:r>
            <a:pPr indent="0" marL="0">
              <a:buNone/>
            </a:pPr>
            <a:r>
              <a:rPr lang="en-US" sz="13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покажу, как пять обещанных упаковок превращаются в три реально полученные -- и почему система не путает эти значения".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470001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добавляем только проверенными фактами, а не перечислением возможностей, которых ещё нет.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2026-10-21T16:27:13Z</dcterms:created>
  <dcterms:modified xsi:type="dcterms:W3CDTF">2026-10-21T16:27:13Z</dcterms:modified>
</cp:coreProperties>
</file>