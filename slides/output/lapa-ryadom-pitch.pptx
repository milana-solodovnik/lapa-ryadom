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377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заявки до приёмки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кадра одного и того же приложения. Слева направо: исходное состояние D0, каталог после трёх заявок D1, вход на стойку приюта D2, и каталог после приёмки D2.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5568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— СТАРТОВОЕ СОСТОЯНИЕ</a:t>
            </a:r>
            <a:endParaRPr lang="en-US" sz="750" dirty="0"/>
          </a:p>
        </p:txBody>
      </p:sp>
      <p:pic>
        <p:nvPicPr>
          <p:cNvPr id="9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1920240" cy="13501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5216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Стартовое состояние: 10 потребностей, обнулено reserved и received.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697480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2" name="Text 9"/>
          <p:cNvSpPr/>
          <p:nvPr/>
        </p:nvSpPr>
        <p:spPr>
          <a:xfrm>
            <a:off x="2697480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246120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3 ЗАЯВОК</a:t>
            </a:r>
            <a:endParaRPr lang="en-US" sz="750" dirty="0"/>
          </a:p>
        </p:txBody>
      </p:sp>
      <p:pic>
        <p:nvPicPr>
          <p:cNvPr id="14" name="Image 1" descr="screenshots/needs-catalog-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632" y="1481328"/>
            <a:ext cx="1920240" cy="135016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15768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Двое дарителей сделали выбор. Счётчик «обещано» вырос, «получено» нет.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4828032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7" name="Text 13"/>
          <p:cNvSpPr/>
          <p:nvPr/>
        </p:nvSpPr>
        <p:spPr>
          <a:xfrm>
            <a:off x="4828032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376672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 — ВХОД ПО ЛОГИНУ</a:t>
            </a:r>
            <a:endParaRPr lang="en-US" sz="750" dirty="0"/>
          </a:p>
        </p:txBody>
      </p:sp>
      <p:pic>
        <p:nvPicPr>
          <p:cNvPr id="19" name="Image 2" descr="screenshots/login-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481328"/>
            <a:ext cx="1920240" cy="13501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46320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приюта: только представитель приюта заходит (логин + пароль). Дарители делают заявки без регистрации.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958584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2" name="Text 17"/>
          <p:cNvSpPr/>
          <p:nvPr/>
        </p:nvSpPr>
        <p:spPr>
          <a:xfrm>
            <a:off x="6958584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7507224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ПРИЁМКИ</a:t>
            </a:r>
            <a:endParaRPr lang="en-US" sz="750" dirty="0"/>
          </a:p>
        </p:txBody>
      </p:sp>
      <p:pic>
        <p:nvPicPr>
          <p:cNvPr id="24" name="Image 3" descr="screenshots/needs-catalog-d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481328"/>
            <a:ext cx="1920240" cy="135016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76872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Принято 3 из 5. Две непривезённые упаковки сразу вернулись в свободный остаток.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566928" y="3438144"/>
            <a:ext cx="54864" cy="31089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1"/>
          <p:cNvSpPr/>
          <p:nvPr/>
        </p:nvSpPr>
        <p:spPr>
          <a:xfrm>
            <a:off x="731520" y="34381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четыре кадра сняты с работающего приложения на Digital Q.DataBase 18.2 — на той самой базе, куда выполнен перенос.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66928" y="3822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ДЛЯ ПЕРВОЙ ПОТРЕБНОСТИ «СУХОЙ КОРМ ДЛЯ ВЗРОСЛЫХ СОБАК»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66928" y="40782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566928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1" name="Shape 25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2" name="Text 26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1042416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0 / 50</a:t>
            </a:r>
            <a:endParaRPr lang="en-US" sz="1350" dirty="0"/>
          </a:p>
        </p:txBody>
      </p:sp>
      <p:sp>
        <p:nvSpPr>
          <p:cNvPr id="34" name="Shape 28"/>
          <p:cNvSpPr/>
          <p:nvPr/>
        </p:nvSpPr>
        <p:spPr>
          <a:xfrm>
            <a:off x="2816352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5" name="Shape 29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6" name="Text 30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3291840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50" dirty="0"/>
          </a:p>
        </p:txBody>
      </p:sp>
      <p:sp>
        <p:nvSpPr>
          <p:cNvPr id="38" name="Shape 32"/>
          <p:cNvSpPr/>
          <p:nvPr/>
        </p:nvSpPr>
        <p:spPr>
          <a:xfrm>
            <a:off x="5065776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9" name="Shape 33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40" name="Text 34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5541264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3 / 47</a:t>
            </a:r>
            <a:endParaRPr lang="en-US" sz="1350" dirty="0"/>
          </a:p>
        </p:txBody>
      </p:sp>
      <p:sp>
        <p:nvSpPr>
          <p:cNvPr id="42" name="Text 36"/>
          <p:cNvSpPr/>
          <p:nvPr/>
        </p:nvSpPr>
        <p:spPr>
          <a:xfrm>
            <a:off x="7315200" y="4279392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в полосе получены из `need_balances` — таблица не хранит счётчики, она их каждый раз считает.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 — «СУХОЙ КОРМ ДЛЯ ВЗРОСЛЫХ СОБАК»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1945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 выполнен на настоящей Digital Q.DataBase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применена без единой правки, данные перенесены одной транзакцией, расхождений не найдено. Ниже — результаты проверок, а не обещания.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15/15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9808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 совместимости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целевой базе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1" name="Shape 9"/>
          <p:cNvSpPr/>
          <p:nvPr/>
        </p:nvSpPr>
        <p:spPr>
          <a:xfrm>
            <a:off x="2697480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2880360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25/25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80360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проверок сверки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переноса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28032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5010912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60/60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10912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 приложения,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прогнанных на QDB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58584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958584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0" name="Text 18"/>
          <p:cNvSpPr/>
          <p:nvPr/>
        </p:nvSpPr>
        <p:spPr>
          <a:xfrm>
            <a:off x="7141464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141464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правок в DDL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переносе схемы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2157984"/>
            <a:ext cx="3602736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57984"/>
            <a:ext cx="3493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НА ЦЕЛЕВОЙ БАЗЕ — КАТАЛОГ ПОСЛЕ ПРИЁМКИ</a:t>
            </a:r>
            <a:endParaRPr lang="en-US" sz="750" dirty="0"/>
          </a:p>
        </p:txBody>
      </p:sp>
      <p:pic>
        <p:nvPicPr>
          <p:cNvPr id="24" name="Image 0" descr="screenshots/needs-catalog-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414016"/>
            <a:ext cx="3200400" cy="225028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66928" y="464515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корм: 50 / 0 / 3 / 47 — те же счётчики, что и до переноса.</a:t>
            </a:r>
            <a:endParaRPr lang="en-US" sz="750" dirty="0"/>
          </a:p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Перенесено одной транзакцией: 3 приюта, 4 аккаунта, 10 потребностей, 4 предложения, 1 доставка. Сирот и отрицательных остатков нет.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4334256" y="2157984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34256" y="2157984"/>
            <a:ext cx="54864" cy="113385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8" name="Text 25"/>
          <p:cNvSpPr/>
          <p:nvPr/>
        </p:nvSpPr>
        <p:spPr>
          <a:xfrm>
            <a:off x="4517136" y="221284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version() — НЕ ДОКАЗАТЕЛЬСТВО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17136" y="243230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Q.DataBase отвечает на version() как «PostgreSQL 18.2» и не называет себя.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идентификация сделана по каталогу: qdb_procs, dgrid_procs, 20 настроек qdb_*, подключённые pg_cron, pg_stat_statements, pg_stat_kcache. В ванильном PostgreSQL этого нет.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334256" y="3383280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34256" y="3383280"/>
            <a:ext cx="54864" cy="113385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2" name="Text 29"/>
          <p:cNvSpPr/>
          <p:nvPr/>
        </p:nvSpPr>
        <p:spPr>
          <a:xfrm>
            <a:off x="4517136" y="343814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ДЕЙСТВИТЕЛЬНО ОТЛИЧАЕТСЯ — И КАК УЧТЕНО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17136" y="365760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времени: QDB хранит миллисекунды, PostgreSQL — микросекунды. Сверка идёт по date_trunc(«milliseconds») и EXTRACT(EPOCH), иначе получается ложное расхождение.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UNIQUE приходит по-русски. Признак дубликата ловится по SQLSTATE 23505, а не по английскому тексту.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кадры D0 → D1 → приёмка: обещано 5, принято 3, свободно 47.]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заявки до приёмки (кадры D0 → D2)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2026-10-22T08:09:36Z</dcterms:created>
  <dcterms:modified xsi:type="dcterms:W3CDTF">2026-10-22T08:09:36Z</dcterms:modified>
</cp:coreProperties>
</file>