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26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 Солодовник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Московский технический университет связи и информатики (МТУСИ)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Колледж Телекоммуникаций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1005840" cy="27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965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9" name="Text 17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требуется   |   0 обещано   |   3 получено   |   47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1945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008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Каталог: что видит посетитель без регистрации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877824"/>
            <a:ext cx="512064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77824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 · КАТАЛОГ ПОТРЕБНОСТЕЙ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115568"/>
            <a:ext cx="5120640" cy="3618738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9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15568"/>
            <a:ext cx="5120640" cy="36004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0" y="877824"/>
            <a:ext cx="2651760" cy="237744"/>
          </a:xfrm>
          <a:prstGeom prst="rect">
            <a:avLst/>
          </a:prstGeom>
          <a:solidFill>
            <a:srgbClr val="283618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КОРМ ДЛЯ ВЗРОСЛЫХ СОБАК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943600" y="1115568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71616" y="111556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406640" y="1115568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0" y="1499616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71616" y="14996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406640" y="1499616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943600" y="1883664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71616" y="18836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406640" y="18836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43600" y="2267712"/>
            <a:ext cx="2651760" cy="347472"/>
          </a:xfrm>
          <a:prstGeom prst="rect">
            <a:avLst/>
          </a:prstGeom>
          <a:solidFill>
            <a:srgbClr val="DDA15E"/>
          </a:solidFill>
          <a:ln w="12700">
            <a:solidFill>
              <a:srgbClr val="DDA15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71616" y="22677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406640" y="2267712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5943600" y="2779776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потребностей трёх приютов. У каждой четыре счётчика: сколько нужно, сколько уже пообещали, сколько реально принесли и сколько осталось свободным.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не хранятся в таблице — они пересчитываются при каждом открытии страницы.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480745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снят с работающего приложения на Digital Q.DataBase 18.2.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1945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008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трёх заявок: обещанное выросло, полученное ещё нет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877824"/>
            <a:ext cx="512064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77824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· ПОСЛЕ ТРЁХ ЗАЯВОК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115568"/>
            <a:ext cx="5120640" cy="3618738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9" name="Image 0" descr="screenshots/needs-catalog-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15568"/>
            <a:ext cx="5120640" cy="36004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0" y="877824"/>
            <a:ext cx="2651760" cy="237744"/>
          </a:xfrm>
          <a:prstGeom prst="rect">
            <a:avLst/>
          </a:prstGeom>
          <a:solidFill>
            <a:srgbClr val="283618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КОРМ ДЛЯ ВЗРОСЛЫХ СОБАК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943600" y="1115568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71616" y="111556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406640" y="1115568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0" y="1499616"/>
            <a:ext cx="2651760" cy="347472"/>
          </a:xfrm>
          <a:prstGeom prst="rect">
            <a:avLst/>
          </a:prstGeom>
          <a:solidFill>
            <a:srgbClr val="DDA15E"/>
          </a:solidFill>
          <a:ln w="12700">
            <a:solidFill>
              <a:srgbClr val="DDA1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71616" y="14996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406640" y="1499616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943600" y="1883664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71616" y="18836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406640" y="18836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43600" y="2267712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71616" y="22677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406640" y="2267712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0" y="2779776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посетителя выбрали разные потребности и назвали посильные количества. Каждый получил одноразовый код.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показывается один раз и в базе не хранится — только его хеш. Даже если база утечёт, восстановить коды из неё нельзя.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480745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снят с работающего приложения на Digital Q.DataBase 18.2.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1945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008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Приёмку ведёт только представитель приюта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877824"/>
            <a:ext cx="512064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77824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· ВХОД ДЛЯ ПРИЮТОВ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115568"/>
            <a:ext cx="5120640" cy="3618738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9" name="Image 0" descr="screenshots/login-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15568"/>
            <a:ext cx="5120640" cy="36004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0" y="877824"/>
            <a:ext cx="2651760" cy="237744"/>
          </a:xfrm>
          <a:prstGeom prst="rect">
            <a:avLst/>
          </a:prstGeom>
          <a:solidFill>
            <a:srgbClr val="283618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ЗДЕСЬ ВХОДИТ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0" y="1115568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Посетитель работает без аккаунта и без телефона. Вход есть только у сотрудника приюта, и он привязан к своему приюту.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Пароль хранится в виде хеша Argon2id, сессия — отдельная токеном в cookie.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Чужой приют не сможет принять передачу: представитель «Добрых лап» не примет код приюта «Северный».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" y="480745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снят с работающего приложения на Digital Q.DataBase 18.2.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1945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008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Приняли 3 из 5: обещанное схлопнулось, две упаковки вернулись в свободный остаток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877824"/>
            <a:ext cx="512064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77824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· ПОСЛЕ ПРИЁМКИ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115568"/>
            <a:ext cx="5120640" cy="3618738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9" name="Image 0" descr="screenshots/needs-catalog-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15568"/>
            <a:ext cx="5120640" cy="36004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0" y="877824"/>
            <a:ext cx="2651760" cy="237744"/>
          </a:xfrm>
          <a:prstGeom prst="rect">
            <a:avLst/>
          </a:prstGeom>
          <a:solidFill>
            <a:srgbClr val="283618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КОРМ ДЛЯ ВЗРОСЛЫХ СОБАК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943600" y="1115568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71616" y="111556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406640" y="1115568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0" y="1499616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71616" y="14996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406640" y="1499616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943600" y="1883664"/>
            <a:ext cx="2651760" cy="347472"/>
          </a:xfrm>
          <a:prstGeom prst="rect">
            <a:avLst/>
          </a:prstGeom>
          <a:solidFill>
            <a:srgbClr val="DDA15E"/>
          </a:solidFill>
          <a:ln w="12700">
            <a:solidFill>
              <a:srgbClr val="DDA15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71616" y="18836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406640" y="18836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943600" y="2267712"/>
            <a:ext cx="2651760" cy="347472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71616" y="22677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406640" y="2267712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0" y="2779776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приюта ввёл код и указал, сколько реально принял — 3 упаковки из 5.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Обещанное стало нулём: это предложение больше не ждёт. Две непривезённые упаковки сразу вернулись в свободный остаток — их могут забрать другие.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и есть главное: обещанная помощь и полученная — разные числа.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480745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снят с работающего приложения на Digital Q.DataBase 18.2.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— ТОТ ЖЕ ПРИМЕР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«получено».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—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1945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 выполнен на настоящей Digital Q.DataBase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применена без единой правки, данные перенесены одной транзакцией, расхождений не найдено.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15/15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9808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 совместимости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целевой базе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1" name="Shape 9"/>
          <p:cNvSpPr/>
          <p:nvPr/>
        </p:nvSpPr>
        <p:spPr>
          <a:xfrm>
            <a:off x="2697480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2880360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25/25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80360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проверок сверки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переноса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28032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28032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5010912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60/60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10912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 приложения,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прогнанных на QDB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58584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958584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0" name="Text 18"/>
          <p:cNvSpPr/>
          <p:nvPr/>
        </p:nvSpPr>
        <p:spPr>
          <a:xfrm>
            <a:off x="7141464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141464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правок в DDL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переносе схемы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2157984"/>
            <a:ext cx="3602736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157984"/>
            <a:ext cx="3493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НА ЦЕЛЕВОЙ БАЗЕ — КАТАЛОГ ПОСЛЕ ПРИЁМКИ</a:t>
            </a:r>
            <a:endParaRPr lang="en-US" sz="750" dirty="0"/>
          </a:p>
        </p:txBody>
      </p:sp>
      <p:pic>
        <p:nvPicPr>
          <p:cNvPr id="24" name="Image 0" descr="screenshots/needs-catalog-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414016"/>
            <a:ext cx="3200400" cy="225028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66928" y="464515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корм: 50 / 0 / 3 / 47 — те же счётчики, что и до переноса.</a:t>
            </a:r>
            <a:endParaRPr lang="en-US" sz="750" dirty="0"/>
          </a:p>
          <a:p>
            <a:pPr indent="0" marL="0">
              <a:buNone/>
            </a:pPr>
            <a:r>
              <a:rPr lang="en-US" sz="7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Перенесено одной транзакцией: 3 приюта, 4 аккаунта, 10 потребностей, 4 предложения, 1 доставка.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4334256" y="2157984"/>
            <a:ext cx="4242816" cy="113385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34256" y="2157984"/>
            <a:ext cx="54864" cy="113385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8" name="Text 25"/>
          <p:cNvSpPr/>
          <p:nvPr/>
        </p:nvSpPr>
        <p:spPr>
          <a:xfrm>
            <a:off x="4517136" y="221284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МЫ УБЕДИЛИСЬ, ЧТО ЭТО Q.DATABASE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17136" y="2432304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запрос версии Q.DataBase отвечает как «PostgreSQL 18.2» и не называет себя.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идентификация сделана по каталогу: 4 процедуры qdb_*, 15 объектов dgrid_*, 20 настроек qdb_*, подключённые pg_cron и pg_stat_statements. В обычном PostgreSQL этого нет.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334256" y="3383280"/>
            <a:ext cx="4242816" cy="113385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334256" y="3383280"/>
            <a:ext cx="54864" cy="113385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2" name="Text 29"/>
          <p:cNvSpPr/>
          <p:nvPr/>
        </p:nvSpPr>
        <p:spPr>
          <a:xfrm>
            <a:off x="4517136" y="343814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ОТЛИЧИЯ, КОТОРЫЕ ПРИШЛОСЬ УЧЕСТЬ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17136" y="365760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Метка времени: QDB хранит миллисекунды, PostgreSQL — микросекунды. Сверка идёт по округлению до миллисекунд, иначе получается ложное расхождение.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 нарушении уникальности приходит по-русски, поэтому дубликат определяется по коду ошибки, а не по тексту.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работает на Digital Q.DataBase: схема перенесена без правок, данные сверены 25 из 25.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2026-10-22T09:40:40Z</dcterms:created>
  <dcterms:modified xsi:type="dcterms:W3CDTF">2026-10-22T09:40:40Z</dcterms:modified>
</cp:coreProperties>
</file>